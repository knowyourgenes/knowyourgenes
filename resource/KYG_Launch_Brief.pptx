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0A1330"/>
          </a:solidFill>
          <a:ln w="12700">
            <a:solidFill>
              <a:srgbClr val="0A13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BRIEF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UI/UX Audit of India's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Genetic Testing Companies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companies analysed  •  Strengths to adopt  •  Pitfalls to avoid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</a:rPr>
              <a:t>Prepared for the KYG product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brief exists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ship KYG, we need a clear picture of the experiences our future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have already seen. This deck audits seven Indian genetic-testing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from a UI/UX and product perspective — what they do well, where they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leak, and what that means for our launch.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95360" y="1737360"/>
            <a:ext cx="3017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0" y="18745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875520" y="201168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95360" y="3154680"/>
            <a:ext cx="3017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778240" y="3291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875520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95360" y="4572000"/>
            <a:ext cx="3017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0" y="47091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9875520" y="4846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lane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KYG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market segments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617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B2B  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MedGenome, Strand, Lilac, GeneTech, GenepoweRx — sell to clinicians and hospitals.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consumer  </a:t>
            </a:r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Mapmygenome, Xcode Life — sell directly to end users via e-commerce.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companies, two camps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9144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MedGenome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96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diagnostics.medgenome.com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B2B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17830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783080"/>
            <a:ext cx="9144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 Life Sci.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strandls.com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9312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B2B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7830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2784" y="1783080"/>
            <a:ext cx="9144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Lilac Insights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01384" y="2496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lilacinsights.com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01384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B2B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34856" y="178308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34856" y="1783080"/>
            <a:ext cx="9144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63456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GeneTech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63456" y="2496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genetech.co.in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63456" y="3063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B2B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886200"/>
            <a:ext cx="9144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GenepoweRx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" y="4599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genepowerx.com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5166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B2B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10712" y="388620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10712" y="3886200"/>
            <a:ext cx="91440" cy="1874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Mapmygenome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639312" y="4599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mapmygenome.in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39312" y="5166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Consumer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72784" y="3886200"/>
            <a:ext cx="26974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72784" y="3886200"/>
            <a:ext cx="91440" cy="1874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1384" y="41148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Life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501384" y="45994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xcode.in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01384" y="5166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Consumer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MedGenome Labs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diagnostics.medgenome.com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South Asia's largest genetic-testing lab • 1,300+ tests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4572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91440" cy="4572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learn from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1,300+ test catalogue, cleanly organized by disease vertical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above-the-fold trust signals: CAP, NABL, hospital and clinician counts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location finder by state — useful for sample-collection logistics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content hub: case studies, publications, videos build authority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40680" cy="4572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965960"/>
            <a:ext cx="91440" cy="4572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/ 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not repeat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Jargon-heavy; written for doctors, overwhelming for first-time consumers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e-commerce, no transparent pricing — every CTA is 'Contact us'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consent and pop-ups intrusive on mobile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interactive sample report, quiz, or patient dashboard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 Life Sciences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strandls.com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Bioinformatics + clinical diagnostics • 25 years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4572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91440" cy="4572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learn from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modern, content-led design with strong typographic hierarchy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storytelling around proprietary platforms (StrandNGS, StrandOmics)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page explains complex concepts in plain language with diagrams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global clinician testimonials integrated throughout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40680" cy="4572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965960"/>
            <a:ext cx="91440" cy="4572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/ 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not repeat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sites (US + diagnostics) create a confusing user journey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zero D2C funnel — no shop, no kit ordering, no patient login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optimization is weak on long-form pages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info often hidden in PDFs instead of structured web content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Mapmygenome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mapmygenome.in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D2C wellness, ancestry, longevity • Shopify-built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4572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91440" cy="4572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learn from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D2C flow: Shopify e-commerce, transparent pricing, add-to-cart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product self-assessment quiz to recommend the right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and review counts on every product (139+ on Genomepatri)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counselling bundled into the product, not sold as an upsell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Bundles, sale pricing, gift options — all e-com basics done right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40680" cy="4572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965960"/>
            <a:ext cx="91440" cy="4572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/ 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not repeat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premium products show 'Sold out' for long periods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density on PDPs is high; FAQs get nested and hard to scan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public-facing customer dashboard for ongoing report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checkout has multiple steps before address capture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GeneTech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genetech.co.in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India's pioneer private genetic lab • since 1998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4572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91440" cy="4572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learn from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vertical segmentation: Fertility, Mother &amp; Child, Speciality, Personal, Agri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Sample-collection protocols and TAT listed per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counselling booking flow with multilingual support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40680" cy="4572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965960"/>
            <a:ext cx="91440" cy="4572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/ 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not repeat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dated UI; feels like a 2015-era hospital site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search, no test finder, no price transparency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Low-contrast text in places — accessibility risk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social proof, no reviews, no patient stories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GenepoweRx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genepowerx.com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Pharmacogenomics specialists • AIG Hospitals partnership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4572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91440" cy="4572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learn from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vertical positioning around pharmacogenomics — clear differentiator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landing pages for Cardiac, Diabetes, Psychiatry, Oncology personas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Founder/clinical authority highlighted prominently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partnerships (AIG, MSK) leveraged as social proof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40680" cy="4572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965960"/>
            <a:ext cx="91440" cy="4572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/ 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not repeat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speed is poor; heavy hero animations slow first paint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 is shallow; same content repeated across pages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e-commerce — fill a form and wait for a callback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sample-report preview to set expectations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mobile responsiveness; CTAs get cropped on small screens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Lilac Insights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lilacinsights.com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Reproductive + cancer genetics pioneer • since 2011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4572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91440" cy="4572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learn from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positioning: NABL, UK NEQAS, FMF UK alignment shown clearly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scientific advisory team page with credentials and photos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depth on NIPT, microarray, dual/quad markers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 and follow-up pathway documented (rare in this category)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40680" cy="4572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965960"/>
            <a:ext cx="91440" cy="4572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/ 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not repeat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 is dated; menu is dense and hard to scan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clinician-targeted — no patient-facing self-service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Old-school PHP forms with weak validation feedback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booking, no test finder, no price information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Desktop-only mental model — mobile is clearly an afterthought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Life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xcode.in / xcode.life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D2C consumer wellness + raw-data re-analysis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40680" cy="4572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91440" cy="4572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should learn from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Friendly, conversational tone written for the curious consumer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wedge: accepts raw data from 50+ platforms (no wet lab needed)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Three-step explainer ('Spit. Seal. That's it.') lowers perceived barrier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bundled into clear thematic packs (Nutrition, Fitness, Health…)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 starting at $20 — strong trial hook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700+ traits used as a clear differentiator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40680" cy="4572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965960"/>
            <a:ext cx="91440" cy="4572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031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/ 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not repeat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domains fragment brand and SEO footprint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data deletion still requires emailing the company — trust gap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previewable sample reports on the site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capped by uploaded raw data quality — expectation gap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mobile app, weak post-purchase engagement loop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leaders do well — adopt for KYG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scaffolding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badges, hospital and clinician counts, and publication numbers above the fold. Every credible player leans on this.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57400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48072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Vertical-first 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5152" y="25420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areas and life-stages (pregnancy, cancer, wellness) are stronger entry points than test names.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93024" y="182880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2057400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70264" y="2057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counselling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67344" y="254203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Mapmygenome and MedGenome treat counsellor access as part of the product, not an upsell.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1071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639312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36393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12394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Mapmygenome and Xcode publish prices openly — this dramatically lowers acquisition friction.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341071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3639312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48072" y="36393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quiz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5152" y="412394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Mapmygenome's product-finder quiz is the single most copyable interaction on this list.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93024" y="341071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21624" y="3639312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21624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70264" y="363931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Indian-validated framing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67344" y="412394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credible player calls out that algorithms are validated on Indian data — a strong local trust lever.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 — avoid for KYG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 overload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B2B-leaning site talks past the patient. KYG defaults to plain language.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828800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pricing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395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'Contact us' CTAs are the single biggest conversion leak in the clinical players.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828800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instead of flows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395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sites use long forms with a callback promise. Ship instant booking.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89720" y="182880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89720" y="1828800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visual design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72600" y="23957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players feel a decade old. Modern, mobile-first design is a low-cost moat.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46120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sample 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813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seven shows a real well-designed sample report. KYG should treat it as a hero asset.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32461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3246120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domains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11880" y="3813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 and Xcode run multiple parallel sites. KYG ships one canonical brand.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32461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3246120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as afterthought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92240" y="3813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clinical players are desktop-first. India is mobile-first — invert this.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89720" y="324612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89720" y="3246120"/>
            <a:ext cx="27432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7260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post-purchase product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72600" y="3813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offers a real customer dashboard. This is open territory.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the KYG launch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96312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life-stage entry points: Plan a baby / Stay well / Treat illness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test-finder quiz as the primary acquisition surface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canonical domain, one brand, one stack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783080"/>
            <a:ext cx="109728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9659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Content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496312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Above-the-fold trust strip: NABL/CAP, sample count, '100% Indian-validated'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Beautifully designed interactive sample report, gated only by an email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30-min counsellor session bundled in every test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160520"/>
            <a:ext cx="109728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3434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&amp; Flow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873752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INR pricing on every product card — no quotes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checkout with UPI, COD-on-kit, and EMI options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tracking from kit dispatch to report delivery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16052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4160520"/>
            <a:ext cx="109728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3434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Product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9400" y="4873752"/>
            <a:ext cx="4983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dashboard: report library, longitudinal re-analysis, family linking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PWA at launch, native app within 6 months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one-click data deletion — fix the gap Xcode still has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BUILD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notes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21945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80360" y="17830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build. Target LCP under 2.0s on 4G — most competitors fail this.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96312"/>
            <a:ext cx="21945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9631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80360" y="249631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CMS for clinical content so doctors can update without engineering tickets.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09544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09544"/>
            <a:ext cx="21945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9544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0360" y="320954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pages for every test and condition. The long tail is where the cheap traffic lives.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22776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922776"/>
            <a:ext cx="21945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2277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80360" y="3922776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consent and audit logging from day one — health-data compliance is non-negotiable.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36008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636008"/>
            <a:ext cx="21945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3600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shell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80360" y="4636008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Componentized 'sample report' that doubles as both marketing asset and live patient report.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49240"/>
            <a:ext cx="21945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349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hint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80360" y="53492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headless CMS + Postgres + a typed API layer; ship a PWA before a native app.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• Competitive UI/UX Audit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471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KYG doesn't need to out-science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MedGenome or out-content Strand.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5204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to out-package, out-design, and out-flow them —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meet the patient where they actually are: on a phone,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language, with a price they can see and a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they can talk to.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seven incumbents has done that yet. That is the opening.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KYG • Launch Brief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KYG Launch Brief</dc:title>
  <dc:subject>PptxGenJS Presentation</dc:subject>
  <dc:creator>KYG Product Team</dc:creator>
  <cp:lastModifiedBy>KYG Product Team</cp:lastModifiedBy>
  <cp:revision>1</cp:revision>
  <dcterms:created xsi:type="dcterms:W3CDTF">2026-04-14T07:40:00Z</dcterms:created>
  <dcterms:modified xsi:type="dcterms:W3CDTF">2026-04-14T07:40:00Z</dcterms:modified>
</cp:coreProperties>
</file>